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0045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498080" y="-182880"/>
            <a:ext cx="2560320" cy="256032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046720" y="365760"/>
            <a:ext cx="1463040" cy="1463040"/>
          </a:xfrm>
          <a:prstGeom prst="ellipse">
            <a:avLst/>
          </a:prstGeom>
          <a:solidFill>
            <a:srgbClr val="0D9488">
              <a:alpha val="16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0" y="731520"/>
            <a:ext cx="731520" cy="731520"/>
          </a:xfrm>
          <a:prstGeom prst="ellipse">
            <a:avLst/>
          </a:prstGeom>
          <a:solidFill>
            <a:srgbClr val="10B981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reckon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02920" y="22402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every codebase a memory.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02920" y="2788920"/>
            <a:ext cx="4754880" cy="27432"/>
          </a:xfrm>
          <a:prstGeom prst="rect">
            <a:avLst/>
          </a:prstGeom>
          <a:solidFill>
            <a:srgbClr val="94A3B8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· MCP Server · IBM Bob Integration · Rust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297680"/>
            <a:ext cx="2011680" cy="29260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42976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F1F5F9"/>
                </a:solidFill>
              </a:rPr>
              <a:t>Solution by Jan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1F5F9"/>
                </a:solidFill>
              </a:rPr>
              <a:t>PROBLEM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8229600" cy="18288"/>
          </a:xfrm>
          <a:prstGeom prst="rect">
            <a:avLst/>
          </a:prstGeom>
          <a:solidFill>
            <a:srgbClr val="7C3AED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73152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 fixed this bug before.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they fixed it again.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forget why critical code exists. When someone refactors it, they unknowingly revert a hard-won fix — re-opening incidents, causing real damage.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0" y="731520"/>
            <a:ext cx="3200400" cy="237744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669280" y="731520"/>
            <a:ext cx="32004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669280" y="868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</a:rPr>
              <a:t>IR-117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0" y="11887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312</a:t>
            </a:r>
            <a:endParaRPr lang="en-US" sz="6400" dirty="0"/>
          </a:p>
        </p:txBody>
      </p:sp>
      <p:sp>
        <p:nvSpPr>
          <p:cNvPr id="12" name="Text 10"/>
          <p:cNvSpPr/>
          <p:nvPr/>
        </p:nvSpPr>
        <p:spPr>
          <a:xfrm>
            <a:off x="566928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</a:rPr>
              <a:t>customers double-charged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2340864"/>
            <a:ext cx="2743200" cy="18288"/>
          </a:xfrm>
          <a:prstGeom prst="rect">
            <a:avLst/>
          </a:prstGeom>
          <a:solidFill>
            <a:srgbClr val="94A3B8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0" y="23957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</a:rPr>
              <a:t>$48,000 refunded manually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8412480" cy="685800"/>
          </a:xfrm>
          <a:prstGeom prst="rect">
            <a:avLst/>
          </a:prstGeom>
          <a:solidFill>
            <a:srgbClr val="131E35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a refactor removed two lines of code.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remembered they guarded a live incident.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1F5F9"/>
                </a:solidFill>
              </a:rPr>
              <a:t>ROOT CAUSE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8229600" cy="18288"/>
          </a:xfrm>
          <a:prstGeom prst="rect">
            <a:avLst/>
          </a:prstGeom>
          <a:solidFill>
            <a:srgbClr val="7C3AED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lives in developers' heads —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the codebase.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651760" cy="237744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54864" cy="2377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19933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</a:rPr>
              <a:t>git blame tells you WHO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423160"/>
            <a:ext cx="2423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It shows the last person to touch a line. It can't tell you why the line exists, what incident it guards, or what was tried and rejected.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20240"/>
            <a:ext cx="2651760" cy="237744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10128" y="1920240"/>
            <a:ext cx="54864" cy="2377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47288" y="19933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</a:rPr>
              <a:t>Wikis go stale instantly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47288" y="2423160"/>
            <a:ext cx="2423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Documentation that lives outside the repo drifts. When code changes, the wiki stays wrong. Nobody reads it before refactoring.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63056" y="1920240"/>
            <a:ext cx="2651760" cy="237744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63056" y="1920240"/>
            <a:ext cx="54864" cy="2377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00216" y="19933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</a:rPr>
              <a:t>Oral tradition fails at scale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0216" y="2423160"/>
            <a:ext cx="2423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The engineer who fixed IR-117 left the team. The knowledge left with them. The next engineer couldn't know what they didn't know.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1F5F9"/>
                </a:solidFill>
              </a:rPr>
              <a:t>SOLUTION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8229600" cy="18288"/>
          </a:xfrm>
          <a:prstGeom prst="rect">
            <a:avLst/>
          </a:prstGeom>
          <a:solidFill>
            <a:srgbClr val="7C3AED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Reckon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D9488"/>
                </a:solidFill>
              </a:rPr>
              <a:t>Persistent, version-controlled memory — committed next to your code.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4114800" cy="123444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64008" cy="1234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21792" y="2194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</a:rPr>
              <a:t>MEMOIR.md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" y="25146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Auto-generated per module. Grounded in commits, PRs, tickets, and postmortems. Both machine-readable (tripwires) and human-readable (rationale).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00600" y="2103120"/>
            <a:ext cx="4114800" cy="123444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800600" y="2103120"/>
            <a:ext cx="64008" cy="12344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65192" y="2194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</a:rPr>
              <a:t>Tripwires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65192" y="25146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Guard specific code regions tied to past incidents. When a diff touches a guarded region, Reckon fires a warning — before the code ships.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4114800" cy="123444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64008" cy="12344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" y="3566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</a:rPr>
              <a:t>reckon why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1792" y="38862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Answers "why is this code like this?" with a full decision trail — commits, linked PRs, incident refs, and rejected alternatives.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00600" y="3474720"/>
            <a:ext cx="4114800" cy="123444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800600" y="3474720"/>
            <a:ext cx="64008" cy="1234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65192" y="3566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</a:rPr>
              <a:t>Bob Integration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65192" y="38862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Runs inside IBM Bob's Review Mode as an MCP server. Every staged diff is automatically checked against the tripwire registry.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1F5F9"/>
                </a:solidFill>
              </a:rPr>
              <a:t>HOW IT WORKS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8229600" cy="18288"/>
          </a:xfrm>
          <a:prstGeom prst="rect">
            <a:avLst/>
          </a:prstGeom>
          <a:solidFill>
            <a:srgbClr val="7C3AED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commands. Zero ceremony.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618488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618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1F5F9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97280" y="1532148"/>
            <a:ext cx="3108960" cy="347472"/>
          </a:xfrm>
          <a:prstGeom prst="rect">
            <a:avLst/>
          </a:prstGeom>
          <a:solidFill>
            <a:srgbClr val="0A0E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97280" y="1532148"/>
            <a:ext cx="3108960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reckon memoir &lt;path&gt; [--auto]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43400" y="14813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</a:rPr>
              <a:t>Generate Memory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1783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Reads git history, PRs, issues, and postmortems for the module. Writes a MEMOIR.md with tripwires and rationale. Committed to the repo.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15768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715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1F5F9"/>
                </a:solidFill>
              </a:rPr>
              <a:t>02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97280" y="2592324"/>
            <a:ext cx="3108960" cy="347472"/>
          </a:xfrm>
          <a:prstGeom prst="rect">
            <a:avLst/>
          </a:prstGeom>
          <a:solidFill>
            <a:srgbClr val="0A0E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97280" y="2592324"/>
            <a:ext cx="3108960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reckon why &lt;path&gt;:&lt;line[-end]&gt;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43400" y="25786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</a:rPr>
              <a:t>Explain Any 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43400" y="28803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Answers "why does this exist?" with the full decision trail — which incident caused it, what was tried and rejected, and who approved the fix.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813048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3813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1F5F9"/>
                </a:solidFill>
              </a:rPr>
              <a:t>03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97280" y="3747868"/>
            <a:ext cx="3108960" cy="347472"/>
          </a:xfrm>
          <a:prstGeom prst="rect">
            <a:avLst/>
          </a:prstGeom>
          <a:solidFill>
            <a:srgbClr val="0A0E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97280" y="3747868"/>
            <a:ext cx="3108960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reckon check [--diff &lt;file&gt;] [--ci]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343400" y="36758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</a:rPr>
              <a:t>Block Regressions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43400" y="39776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Matches the staged diff against the tripwire registry. If a change touches a guarded region, Reckon fires a warning before the commit ships.</a:t>
            </a:r>
            <a:endParaRPr lang="en-US" sz="1100" dirty="0"/>
          </a:p>
        </p:txBody>
      </p:sp>
      <p:sp>
        <p:nvSpPr>
          <p:cNvPr id="24" name="Shape 12">
            <a:extLst>
              <a:ext uri="{FF2B5EF4-FFF2-40B4-BE49-F238E27FC236}">
                <a16:creationId xmlns:a16="http://schemas.microsoft.com/office/drawing/2014/main" id="{CB3C8221-A023-6D89-1D64-5FDCD30E4D16}"/>
              </a:ext>
            </a:extLst>
          </p:cNvPr>
          <p:cNvSpPr/>
          <p:nvPr/>
        </p:nvSpPr>
        <p:spPr>
          <a:xfrm>
            <a:off x="1097280" y="2967228"/>
            <a:ext cx="3108960" cy="347472"/>
          </a:xfrm>
          <a:prstGeom prst="rect">
            <a:avLst/>
          </a:prstGeom>
          <a:solidFill>
            <a:srgbClr val="0A0E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FD47DFC2-E68D-39CD-47A7-E97EAEF57A00}"/>
              </a:ext>
            </a:extLst>
          </p:cNvPr>
          <p:cNvSpPr/>
          <p:nvPr/>
        </p:nvSpPr>
        <p:spPr>
          <a:xfrm>
            <a:off x="1097280" y="2967228"/>
            <a:ext cx="3108960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reckon why payments/retry.py:27-28</a:t>
            </a:r>
            <a:endParaRPr lang="en-US" sz="1100" dirty="0"/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67DECCE4-230C-3BB7-5120-5845080638F4}"/>
              </a:ext>
            </a:extLst>
          </p:cNvPr>
          <p:cNvSpPr/>
          <p:nvPr/>
        </p:nvSpPr>
        <p:spPr>
          <a:xfrm>
            <a:off x="1097280" y="1921940"/>
            <a:ext cx="3108960" cy="347472"/>
          </a:xfrm>
          <a:prstGeom prst="rect">
            <a:avLst/>
          </a:prstGeom>
          <a:solidFill>
            <a:srgbClr val="0A0E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CC0D296A-8A30-8159-5D9B-269FBF7E9DC8}"/>
              </a:ext>
            </a:extLst>
          </p:cNvPr>
          <p:cNvSpPr/>
          <p:nvPr/>
        </p:nvSpPr>
        <p:spPr>
          <a:xfrm>
            <a:off x="1097280" y="1921940"/>
            <a:ext cx="3108960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reckon memoir src/</a:t>
            </a:r>
            <a:endParaRPr lang="en-US" sz="1100" dirty="0"/>
          </a:p>
        </p:txBody>
      </p:sp>
      <p:sp>
        <p:nvSpPr>
          <p:cNvPr id="28" name="Shape 18">
            <a:extLst>
              <a:ext uri="{FF2B5EF4-FFF2-40B4-BE49-F238E27FC236}">
                <a16:creationId xmlns:a16="http://schemas.microsoft.com/office/drawing/2014/main" id="{1FD89912-3093-EA64-4960-76A78F036CE3}"/>
              </a:ext>
            </a:extLst>
          </p:cNvPr>
          <p:cNvSpPr/>
          <p:nvPr/>
        </p:nvSpPr>
        <p:spPr>
          <a:xfrm>
            <a:off x="1097280" y="4137660"/>
            <a:ext cx="3108960" cy="347472"/>
          </a:xfrm>
          <a:prstGeom prst="rect">
            <a:avLst/>
          </a:prstGeom>
          <a:solidFill>
            <a:srgbClr val="0A0E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19">
            <a:extLst>
              <a:ext uri="{FF2B5EF4-FFF2-40B4-BE49-F238E27FC236}">
                <a16:creationId xmlns:a16="http://schemas.microsoft.com/office/drawing/2014/main" id="{158B583E-D19C-813A-0EEE-5665CCCA7E2B}"/>
              </a:ext>
            </a:extLst>
          </p:cNvPr>
          <p:cNvSpPr/>
          <p:nvPr/>
        </p:nvSpPr>
        <p:spPr>
          <a:xfrm>
            <a:off x="1097280" y="4137660"/>
            <a:ext cx="3108960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reckon check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1F5F9"/>
                </a:solidFill>
              </a:rPr>
              <a:t>DEMO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8229600" cy="18288"/>
          </a:xfrm>
          <a:prstGeom prst="rect">
            <a:avLst/>
          </a:prstGeom>
          <a:solidFill>
            <a:srgbClr val="7C3AED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IBM Bob — reckon.explain answers why this code exists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4736592"/>
            <a:ext cx="8229600" cy="228600"/>
          </a:xfrm>
          <a:prstGeom prst="rect">
            <a:avLst/>
          </a:prstGeom>
          <a:solidFill>
            <a:srgbClr val="131E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57200" y="4736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</a:rPr>
              <a:t>reckon.explain called via MCP · IR-117 decision trail surfaced in real time · payments/retry.py:27-28</a:t>
            </a:r>
            <a:endParaRPr lang="en-US" sz="9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162CA2C-4733-850A-AC63-79DE2F5E8C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67935"/>
            <a:ext cx="5627077" cy="33586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1F5F9"/>
                </a:solidFill>
              </a:rPr>
              <a:t>TECHNOLOGY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8229600" cy="18288"/>
          </a:xfrm>
          <a:prstGeom prst="rect">
            <a:avLst/>
          </a:prstGeom>
          <a:solidFill>
            <a:srgbClr val="7C3AED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last — not to demo.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697480" cy="150876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6974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52704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189280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CLI + MCP server in a single library crate. Memory-safe, zero-overhead, ships as static binaries.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10128" y="1417320"/>
            <a:ext cx="2697480" cy="150876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10128" y="1417320"/>
            <a:ext cx="2697480" cy="457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19856" y="152704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 (stdio)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19856" y="189280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Hand-rolled JSON-RPC over stdio. Compatible with Bob, Claude Desktop, Cursor, and Continue — no SDK lock-in.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63056" y="1417320"/>
            <a:ext cx="2697480" cy="150876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63056" y="1417320"/>
            <a:ext cx="2697480" cy="45720"/>
          </a:xfrm>
          <a:prstGeom prst="rect">
            <a:avLst/>
          </a:prstGeom>
          <a:solidFill>
            <a:srgbClr val="0F62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272784" y="152704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IBM Bob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72784" y="189280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Native Review Mode integration. Bob calls reckon.check_diff on every staged hunk automatically.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063240"/>
            <a:ext cx="2697480" cy="150876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7200" y="3063240"/>
            <a:ext cx="2697480" cy="457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66928" y="31729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SQLite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66928" y="353872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Evidence store — caches artifacts, traces, and postmortem embeddings locally. Atomic writes, no data loss.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10128" y="3063240"/>
            <a:ext cx="2697480" cy="150876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310128" y="3063240"/>
            <a:ext cx="269748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419856" y="31729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ONNX / MiniLM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419856" y="353872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Local semantic search over postmortems. No API calls, no latency, no cost per query.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163056" y="3063240"/>
            <a:ext cx="2697480" cy="150876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163056" y="3063240"/>
            <a:ext cx="2697480" cy="4572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272784" y="31729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Git-native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272784" y="353872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MEMOIR.md committed next to the module. History, blame, and CI checks work without any extra tooling.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1F5F9"/>
                </a:solidFill>
              </a:rPr>
              <a:t>MARKET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8229600" cy="18288"/>
          </a:xfrm>
          <a:prstGeom prst="rect">
            <a:avLst/>
          </a:prstGeom>
          <a:solidFill>
            <a:srgbClr val="7C3AED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massive market with no memory.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840480" cy="237744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3840480" cy="457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7C3AED"/>
                </a:solidFill>
              </a:rPr>
              <a:t>TAM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$29B+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457200" y="257860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Global developer tools market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(IDC, 2024)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1F5F9"/>
                </a:solidFill>
              </a:rPr>
              <a:t>Every team with a git repo is a potential customer.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1417320"/>
            <a:ext cx="3840480" cy="237744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46320" y="1417320"/>
            <a:ext cx="3840480" cy="457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15087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0D9488"/>
                </a:solidFill>
              </a:rPr>
              <a:t>SAM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17830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~$3B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4846320" y="257860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AI-assisted developer tools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(growing 35% YoY)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31089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1F5F9"/>
                </a:solidFill>
              </a:rPr>
              <a:t>Teams using AI coding agents need context tools to match.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4A3B8"/>
                </a:solidFill>
              </a:rPr>
              <a:t>As AI agents write more code, the need to explain and guard that code grows with them.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1F5F9"/>
                </a:solidFill>
              </a:rPr>
              <a:t>REVENUE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8229600" cy="18288"/>
          </a:xfrm>
          <a:prstGeom prst="rect">
            <a:avLst/>
          </a:prstGeom>
          <a:solidFill>
            <a:srgbClr val="7C3AED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core → SaaS → Enterprise.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4114800" cy="146304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64008" cy="146304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291840" y="1527048"/>
            <a:ext cx="1143000" cy="256032"/>
          </a:xfrm>
          <a:prstGeom prst="rect">
            <a:avLst/>
          </a:prstGeom>
          <a:solidFill>
            <a:srgbClr val="94A3B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91840" y="152704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1F5F9"/>
                </a:solidFill>
              </a:rPr>
              <a:t>Free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21792" y="150876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</a:rPr>
              <a:t>Open-Source CLI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1792" y="1856232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The reckon CLI is free and open-source. Drives adoption, builds trust, creates the install base.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600" y="1417320"/>
            <a:ext cx="4114800" cy="146304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00600" y="1417320"/>
            <a:ext cx="64008" cy="14630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635240" y="1527048"/>
            <a:ext cx="1143000" cy="256032"/>
          </a:xfrm>
          <a:prstGeom prst="rect">
            <a:avLst/>
          </a:prstGeom>
          <a:solidFill>
            <a:srgbClr val="0D948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635240" y="152704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1F5F9"/>
                </a:solidFill>
              </a:rPr>
              <a:t>$15/seat/mo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65192" y="150876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</a:rPr>
              <a:t>Team SaaS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65192" y="1856232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MEMOIR hosting, shared postmortem corpus, team dashboards, and audit logs — all in the cloud.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017520"/>
            <a:ext cx="4114800" cy="146304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64008" cy="14630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91840" y="3127248"/>
            <a:ext cx="1143000" cy="256032"/>
          </a:xfrm>
          <a:prstGeom prst="rect">
            <a:avLst/>
          </a:prstGeom>
          <a:solidFill>
            <a:srgbClr val="7C3AED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91840" y="312724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1F5F9"/>
                </a:solidFill>
              </a:rPr>
              <a:t>Custom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1792" y="310896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</a:rPr>
              <a:t>Enterprise On-Prem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1792" y="3456432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Air-gapped deployment, SSO, compliance exports, SLA. Target: fintech, healthcare, and defense.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3017520"/>
            <a:ext cx="4114800" cy="146304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00600" y="3017520"/>
            <a:ext cx="64008" cy="14630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635240" y="3127248"/>
            <a:ext cx="1143000" cy="256032"/>
          </a:xfrm>
          <a:prstGeom prst="rect">
            <a:avLst/>
          </a:prstGeom>
          <a:solidFill>
            <a:srgbClr val="F59E0B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635240" y="312724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1F5F9"/>
                </a:solidFill>
              </a:rPr>
              <a:t>Revenue share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965192" y="310896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</a:rPr>
              <a:t>IDE Marketplace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65192" y="3456432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Reckon Review Mode as a first-class IBM Bob plugin. Distribution through the Bob plugin registry.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1F5F9"/>
                </a:solidFill>
              </a:rPr>
              <a:t>COMPETITION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8229600" cy="18288"/>
          </a:xfrm>
          <a:prstGeom prst="rect">
            <a:avLst/>
          </a:prstGeom>
          <a:solidFill>
            <a:srgbClr val="7C3AED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else prevents historical regressions.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8229600" cy="3840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1453896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1F5F9"/>
                </a:solidFill>
              </a:rPr>
              <a:t>Tool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40864" y="1453896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1F5F9"/>
                </a:solidFill>
              </a:rPr>
              <a:t>Explains why?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95344" y="1453896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1F5F9"/>
                </a:solidFill>
              </a:rPr>
              <a:t>Blocks regressions?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49824" y="1453896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1F5F9"/>
                </a:solidFill>
              </a:rPr>
              <a:t>Git-native?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004304" y="1453896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1F5F9"/>
                </a:solidFill>
              </a:rPr>
              <a:t>Incident-aware?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801368"/>
            <a:ext cx="8229600" cy="566928"/>
          </a:xfrm>
          <a:prstGeom prst="rect">
            <a:avLst/>
          </a:prstGeom>
          <a:solidFill>
            <a:srgbClr val="1122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1801368"/>
            <a:ext cx="54864" cy="56692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12064" y="1892808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Reckon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40864" y="189280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95344" y="189280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49824" y="189280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04304" y="189280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395728"/>
            <a:ext cx="8229600" cy="566928"/>
          </a:xfrm>
          <a:prstGeom prst="rect">
            <a:avLst/>
          </a:prstGeom>
          <a:solidFill>
            <a:srgbClr val="080C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12064" y="2487168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blame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340864" y="248716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895344" y="248716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48716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04304" y="248716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" y="2990088"/>
            <a:ext cx="8229600" cy="566928"/>
          </a:xfrm>
          <a:prstGeom prst="rect">
            <a:avLst/>
          </a:prstGeom>
          <a:solidFill>
            <a:srgbClr val="131E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12064" y="3081528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Swimm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40864" y="308152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895344" y="308152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49824" y="308152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04304" y="308152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57200" y="3584448"/>
            <a:ext cx="8229600" cy="566928"/>
          </a:xfrm>
          <a:prstGeom prst="rect">
            <a:avLst/>
          </a:prstGeom>
          <a:solidFill>
            <a:srgbClr val="080C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12064" y="3675888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Graphite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340864" y="367588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895344" y="367588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49824" y="367588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004304" y="367588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57200" y="4178808"/>
            <a:ext cx="8229600" cy="566928"/>
          </a:xfrm>
          <a:prstGeom prst="rect">
            <a:avLst/>
          </a:prstGeom>
          <a:solidFill>
            <a:srgbClr val="131E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12064" y="4270248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Confluence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340864" y="427024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895344" y="427024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449824" y="427024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004304" y="427024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7200" y="4740461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D9488"/>
                </a:solidFill>
              </a:rPr>
              <a:t>USP: Reckon is the only tool that ties code regions to incident postmortems and actively blocks their regression.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1F5F9"/>
                </a:solidFill>
              </a:rPr>
              <a:t>ROADMAP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8229600" cy="18288"/>
          </a:xfrm>
          <a:prstGeom prst="rect">
            <a:avLst/>
          </a:prstGeom>
          <a:solidFill>
            <a:srgbClr val="7C3AED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impact — from one repo to the enterprise.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77240" y="1691640"/>
            <a:ext cx="7680960" cy="36576"/>
          </a:xfrm>
          <a:prstGeom prst="rect">
            <a:avLst/>
          </a:prstGeom>
          <a:solidFill>
            <a:srgbClr val="7C3AED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508760" y="1536192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88720" y="12618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</a:rPr>
              <a:t>Now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1938528"/>
            <a:ext cx="2606040" cy="265176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94360" y="1938528"/>
            <a:ext cx="260604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31520" y="214884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32688" y="1979324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</a:rPr>
              <a:t>CLI + MCP server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2679192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32688" y="250967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</a:rPr>
              <a:t>IBM Bob Review Mode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209544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32688" y="304002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</a:rPr>
              <a:t>90-second demo fixture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739896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32688" y="357038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</a:rPr>
              <a:t>28 passing tests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69080" y="1536192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749040" y="12618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</a:rPr>
              <a:t>v1.0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154680" y="1938528"/>
            <a:ext cx="2606040" cy="265176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154680" y="1938528"/>
            <a:ext cx="2606040" cy="457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91840" y="2148840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493008" y="1979324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</a:rPr>
              <a:t>VS Code &amp; Cursor plugins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91840" y="2679192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493008" y="250967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</a:rPr>
              <a:t>GitHub Actions CI step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91840" y="3209544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493008" y="304002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</a:rPr>
              <a:t>SaaS MEMOIR hosting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291840" y="3739896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493008" y="357038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</a:rPr>
              <a:t>Team dashboards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086600" y="1536192"/>
            <a:ext cx="274320" cy="2743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766560" y="12618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</a:rPr>
              <a:t>v2.0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172200" y="1938528"/>
            <a:ext cx="2606040" cy="2651760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172200" y="1938528"/>
            <a:ext cx="260604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309360" y="2148840"/>
            <a:ext cx="109728" cy="10972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510528" y="1979324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</a:rPr>
              <a:t>Cross-repo incident linking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309360" y="2679192"/>
            <a:ext cx="109728" cy="10972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510528" y="250967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</a:rPr>
              <a:t>AI-drafted postmortems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3209544"/>
            <a:ext cx="109728" cy="10972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510528" y="304002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</a:rPr>
              <a:t>Enterprise SSO + audit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309360" y="3739896"/>
            <a:ext cx="109728" cy="10972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10528" y="357038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</a:rPr>
              <a:t>Public API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1828800"/>
            <a:ext cx="5029200" cy="5029200"/>
          </a:xfrm>
          <a:prstGeom prst="ellipse">
            <a:avLst/>
          </a:prstGeom>
          <a:solidFill>
            <a:srgbClr val="7C3AED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0D9488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forgetting.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 reckoning.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5943600" cy="27432"/>
          </a:xfrm>
          <a:prstGeom prst="rect">
            <a:avLst/>
          </a:prstGeom>
          <a:solidFill>
            <a:srgbClr val="94A3B8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</a:rPr>
              <a:t>reckon · for bob — gives every codebase a memory.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</a:rPr>
              <a:t>It writes the history down, commits it next to the code,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</a:rPr>
              <a:t>and stops you from forgetting 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2011680" cy="384048"/>
          </a:xfrm>
          <a:prstGeom prst="rect">
            <a:avLst/>
          </a:prstGeom>
          <a:solidFill>
            <a:srgbClr val="7C3AED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8404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1F5F9"/>
                </a:solidFill>
              </a:rPr>
              <a:t>GitHub Repo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606040" y="3840480"/>
            <a:ext cx="2011680" cy="384048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606040" y="3840480"/>
            <a:ext cx="45720" cy="38404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06040" y="38404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1F5F9"/>
                </a:solidFill>
              </a:rPr>
              <a:t>Live Demo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3840480"/>
            <a:ext cx="2286000" cy="384048"/>
          </a:xfrm>
          <a:prstGeom prst="rect">
            <a:avLst/>
          </a:prstGeom>
          <a:solidFill>
            <a:srgbClr val="131E35"/>
          </a:solidFill>
          <a:ln/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754880" y="3840480"/>
            <a:ext cx="45720" cy="38404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0" y="38404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reckon install bob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987</Words>
  <Application>Microsoft Office PowerPoint</Application>
  <PresentationFormat>On-screen Show (16:9)</PresentationFormat>
  <Paragraphs>165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Reckon — Demo Pitch Deck</dc:title>
  <dc:subject>Hackathon submission deck</dc:subject>
  <dc:creator>Reckon</dc:creator>
  <cp:lastModifiedBy>Jan Dexter Diaz</cp:lastModifiedBy>
  <cp:revision>6</cp:revision>
  <dcterms:created xsi:type="dcterms:W3CDTF">2026-05-17T13:00:53Z</dcterms:created>
  <dcterms:modified xsi:type="dcterms:W3CDTF">2026-05-17T13:44:04Z</dcterms:modified>
</cp:coreProperties>
</file>
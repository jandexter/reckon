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274320"/>
            <a:ext cx="2560320" cy="256032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65760"/>
            <a:ext cx="1463040" cy="1463040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188720"/>
            <a:ext cx="731520" cy="731520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reckon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every codebase a memory.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4754880" cy="27432"/>
          </a:xfrm>
          <a:prstGeom prst="rect">
            <a:avLst/>
          </a:prstGeom>
          <a:solidFill>
            <a:srgbClr val="94A3B8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· MCP Server · IBM Bob Integration · Rust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297680"/>
            <a:ext cx="201168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1F5F9"/>
                </a:solidFill>
              </a:rPr>
              <a:t>HACKATHON SUBMISSION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1F5F9"/>
                </a:solidFill>
              </a:rPr>
              <a:t>PROBLEM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fixed this bug before.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they fixed it again.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forget why critical code exists. When someone refactors it, they unknowingly revert a hard-won fix — re-opening incidents, causing real damage.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731520"/>
            <a:ext cx="3200400" cy="23774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731520"/>
            <a:ext cx="3200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868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IR-117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188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312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566928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customers double-charged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340864"/>
            <a:ext cx="2743200" cy="18288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$48,000 refunded manually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8412480" cy="685800"/>
          </a:xfrm>
          <a:prstGeom prst="rect">
            <a:avLst/>
          </a:prstGeom>
          <a:solidFill>
            <a:srgbClr val="131E35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 refactor removed two lines of code.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remembered they guarded a live incident.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1F5F9"/>
                </a:solidFill>
              </a:rPr>
              <a:t>ROOT CAUSE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lives in developers' heads —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codebase.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23774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54864" cy="2377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93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git blame tells you WHO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It shows the last person to touch a line. It can't tell you why the line exists, what incident it guards, or what was tried and rejected.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920240"/>
            <a:ext cx="2651760" cy="23774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920240"/>
            <a:ext cx="54864" cy="2377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1993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Wikis go stale instantly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242316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Documentation that lives outside the repo drifts. When code changes, the wiki stays wrong. Nobody reads it before refactoring.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920240"/>
            <a:ext cx="2651760" cy="23774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920240"/>
            <a:ext cx="54864" cy="2377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1993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Oral tradition fails at scale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0216" y="242316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engineer who fixed IR-117 left the team. The knowledge left with them. The next engineer couldn't know what they didn't know.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1F5F9"/>
                </a:solidFill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Reckon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D9488"/>
                </a:solidFill>
              </a:rPr>
              <a:t>Persistent, version-controlled memory — committed next to your code.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0" cy="12344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64008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MEMOIR.md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Auto-generated per module. Grounded in commits, PRs, tickets, and postmortems. Both machine-readable (tripwires) and human-readable (rationale).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103120"/>
            <a:ext cx="4114800" cy="12344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103120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Tripwires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Guard specific code regions tied to past incidents. When a diff touches a guarded region, Reckon fires a warning — before the code ships.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114800" cy="12344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74720"/>
            <a:ext cx="64008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reckon why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Answers "why is this code like this?" with a full decision trail — commits, linked PRs, incident refs, and rejected alternatives.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474720"/>
            <a:ext cx="4114800" cy="12344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47472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Bob Integration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5192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Runs inside IBM Bob's Review Mode as an MCP server. Every staged diff is automatically checked against the tripwire registry.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1F5F9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commands. Zero ceremony.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1848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581912"/>
            <a:ext cx="3108960" cy="347472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reckon memoir src/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Generate Memory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18562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Reads git history, PRs, issues, and postmortems for the module. Writes a MEMOIR.md with tripwires and rationale. Committed to the repo.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679192"/>
            <a:ext cx="3108960" cy="347472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679192"/>
            <a:ext cx="3108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reckon why payments/retry.py:27-28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34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Explain Any 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43400" y="29535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Answers "why does this exist?" with the full decision trail — which incident caused it, what was tried and rejected, and who approved the fix.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1304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3776472"/>
            <a:ext cx="3108960" cy="347472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776472"/>
            <a:ext cx="3108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reckon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4340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Block Regressions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40507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Matches the staged diff against the tripwire registry. If a change touches a guarded region, Reckon fires a warning before the commit ships.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1F5F9"/>
                </a:solidFill>
              </a:rPr>
              <a:t>DEMO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hero: reckon check fires the tripwire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6304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46304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46304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435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bash — demo-repo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2926080"/>
          </a:xfrm>
          <a:prstGeom prst="rect">
            <a:avLst/>
          </a:prstGeom>
          <a:solidFill>
            <a:srgbClr val="0A0C1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556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reckon-seed --out demo-repo --force &amp;&amp; cd demo-repo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0025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seeded 47 commits · 3 PRs · 2 postmortems (IR-091, IR-117)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2494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24963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reckon memoir payments/retry.py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MEMOIR.md written  (2 tripwires, evidence_tier: strong)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9900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2369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reckon check --diff demo-diff.patch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48386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TRIPWIRE HIT — TW-001  payments/retry.py:27-28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7307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Incident: IR-117 · Double charges during a network partition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Guarding test: test_idempotency_key_is_deterministic_per_attempt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2245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Removing the persisted idempotency key re-opens IR-117.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1F5F9"/>
                </a:solidFill>
              </a:rPr>
              <a:t>TECHNOLOGY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last — not to demo.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97480" cy="150876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97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27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8928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CLI + MCP server in a single library crate. Memory-safe, zero-overhead, ships as static binaries.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1417320"/>
            <a:ext cx="2697480" cy="150876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417320"/>
            <a:ext cx="26974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1527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(stdio)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9856" y="18928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Hand-rolled JSON-RPC over stdio. Compatible with Bob, Claude Desktop, Cursor, and Continue — no SDK lock-in.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417320"/>
            <a:ext cx="2697480" cy="150876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417320"/>
            <a:ext cx="2697480" cy="4572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527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IBM Bob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2784" y="18928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Native Review Mode integration. Bob calls reckon.check_diff on every staged hunk automatically.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2697480" cy="150876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26974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353872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Evidence store — caches artifacts, traces, and postmortem embeddings locally. Atomic writes, no data loss.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3063240"/>
            <a:ext cx="2697480" cy="150876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10128" y="3063240"/>
            <a:ext cx="2697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419856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ONNX / MiniLM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19856" y="353872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Local semantic search over postmortems. No API calls, no latency, no cost per query.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3063240"/>
            <a:ext cx="2697480" cy="150876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3063240"/>
            <a:ext cx="269748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6"/>
          <p:cNvSpPr/>
          <p:nvPr/>
        </p:nvSpPr>
        <p:spPr>
          <a:xfrm>
            <a:off x="6272784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Git-native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72784" y="353872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MEMOIR.md committed next to the module. History, blame, and CI checks work without any extra tooling.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1F5F9"/>
                </a:solidFill>
              </a:rPr>
              <a:t>MARKET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market with no memory.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23774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8404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</a:rPr>
              <a:t>TAM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$29B+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Global developer tools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(IDC, 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F5F9"/>
                </a:solidFill>
              </a:rPr>
              <a:t>Every team with a git repo is a potential customer.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3840480" cy="23774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417320"/>
            <a:ext cx="38404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SAM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~$3B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846320" y="2578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AI-assisted developer 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(growing 35% YoY)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F5F9"/>
                </a:solidFill>
              </a:rPr>
              <a:t>Teams using AI coding agents need context tools to match.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As AI agents write more code, the need to explain and guard that code grows with them.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1F5F9"/>
                </a:solidFill>
              </a:rPr>
              <a:t>REVENUE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core → SaaS → Enterprise.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4630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" cy="1463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527048"/>
            <a:ext cx="1143000" cy="256032"/>
          </a:xfrm>
          <a:prstGeom prst="rect">
            <a:avLst/>
          </a:prstGeom>
          <a:solidFill>
            <a:srgbClr val="94A3B8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Free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Open-Source CLI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18562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reckon CLI is free and open-source. Drives adoption, builds trust, creates the install base.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4114800" cy="14630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417320"/>
            <a:ext cx="6400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7635240" y="1527048"/>
            <a:ext cx="1143000" cy="256032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$15/seat/mo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65192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Team SaaS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65192" y="18562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MEMOIR hosting, shared postmortem corpus, team dashboards, and audit logs — all in the cloud.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4114800" cy="14630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64008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3127248"/>
            <a:ext cx="114300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1272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Custom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" y="3108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Enterprise On-Prem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3456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Air-gapped deployment, SSO, compliance exports, SLA. Target: fintech, healthcare, and defense.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017520"/>
            <a:ext cx="4114800" cy="146304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017520"/>
            <a:ext cx="64008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7635240" y="3127248"/>
            <a:ext cx="114300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31272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Revenue share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5192" y="3108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IDE Marketplace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65192" y="3456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Reckon Review Mode as a first-class IBM Bob plugin. Distribution through the Bob plugin registry.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1F5F9"/>
                </a:solidFill>
              </a:rPr>
              <a:t>COMPETITION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else prevents historical regressions.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45389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Tool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40864" y="145389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Explains why?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95344" y="145389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Blocks regressions?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49824" y="145389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Git-native?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04304" y="145389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Incident-aware?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8229600" cy="566928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801368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" y="189280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Reckon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40864" y="189280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95344" y="189280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9824" y="189280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04304" y="189280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395728"/>
            <a:ext cx="8229600" cy="566928"/>
          </a:xfrm>
          <a:prstGeom prst="rect">
            <a:avLst/>
          </a:prstGeom>
          <a:solidFill>
            <a:srgbClr val="080C1A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" y="24871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40864" y="24871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95344" y="24871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9824" y="24871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04304" y="24871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2990088"/>
            <a:ext cx="8229600" cy="566928"/>
          </a:xfrm>
          <a:prstGeom prst="rect">
            <a:avLst/>
          </a:prstGeom>
          <a:solidFill>
            <a:srgbClr val="131E35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308152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Swimm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40864" y="308152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95344" y="308152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9824" y="308152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04304" y="308152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584448"/>
            <a:ext cx="8229600" cy="566928"/>
          </a:xfrm>
          <a:prstGeom prst="rect">
            <a:avLst/>
          </a:prstGeom>
          <a:solidFill>
            <a:srgbClr val="080C1A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" y="367588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340864" y="36758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95344" y="36758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9824" y="36758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04304" y="36758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4178808"/>
            <a:ext cx="8229600" cy="566928"/>
          </a:xfrm>
          <a:prstGeom prst="rect">
            <a:avLst/>
          </a:prstGeom>
          <a:solidFill>
            <a:srgbClr val="131E35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" y="427024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Confluence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340864" y="427024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895344" y="427024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49824" y="427024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04304" y="427024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USP: Reckon is the only tool that ties code regions to incident postmortems and actively blocks their regression.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1F5F9"/>
                </a:solidFill>
              </a:rPr>
              <a:t>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impact — from one repo to the enterprise.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7680960" cy="36576"/>
          </a:xfrm>
          <a:prstGeom prst="rect">
            <a:avLst/>
          </a:prstGeom>
          <a:solidFill>
            <a:srgbClr val="7C3AED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53619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38528"/>
            <a:ext cx="2606040" cy="265176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938528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1488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0848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CLI + MCP server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791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26151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IBM Bob Review Mode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0954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14553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90-second demo fixture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73989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6758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28 passing tests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69080" y="153619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v1.0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1938528"/>
            <a:ext cx="2606040" cy="265176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1938528"/>
            <a:ext cx="26060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214884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493008" y="20848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VS Code &amp; Cursor plugins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267919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26151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GitHub Actions CI step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320954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493008" y="314553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SaaS MEMOIR hosting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373989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36758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Team dashboards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86600" y="15361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v2.0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1938528"/>
            <a:ext cx="2606040" cy="2651760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1938528"/>
            <a:ext cx="26060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9360" y="21488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20848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Cross-repo incident linking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26791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510528" y="26151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AI-drafted postmortems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320954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510528" y="314553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Enterprise SSO + audit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37398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510528" y="36758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Public API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0"/>
            <a:ext cx="5029200" cy="5029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forgetting.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reckoning.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5943600" cy="27432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88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reckon · for bob — gives every codebase a memory.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It writes the history down, commits it next to the code,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and stops you from forgetting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2011680" cy="384048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840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GitHub Repo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3840480"/>
            <a:ext cx="2011680" cy="384048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3840480"/>
            <a:ext cx="457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3840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Live Demo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840480"/>
            <a:ext cx="2286000" cy="384048"/>
          </a:xfrm>
          <a:prstGeom prst="rect">
            <a:avLst/>
          </a:prstGeom>
          <a:solidFill>
            <a:srgbClr val="131E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3840480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840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reckon install bob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Reckon — Demo Pitch Deck</dc:title>
  <dc:subject>Hackathon submission deck</dc:subject>
  <dc:creator>Reckon</dc:creator>
  <cp:lastModifiedBy>Reckon</cp:lastModifiedBy>
  <cp:revision>1</cp:revision>
  <dcterms:created xsi:type="dcterms:W3CDTF">2026-05-17T12:21:19Z</dcterms:created>
  <dcterms:modified xsi:type="dcterms:W3CDTF">2026-05-17T12:21:19Z</dcterms:modified>
</cp:coreProperties>
</file>